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61" r:id="rId2"/>
    <p:sldId id="274" r:id="rId3"/>
    <p:sldId id="273" r:id="rId4"/>
    <p:sldId id="275" r:id="rId5"/>
    <p:sldId id="277" r:id="rId6"/>
    <p:sldId id="276" r:id="rId7"/>
    <p:sldId id="268" r:id="rId8"/>
    <p:sldId id="266" r:id="rId9"/>
    <p:sldId id="283" r:id="rId10"/>
    <p:sldId id="284" r:id="rId11"/>
    <p:sldId id="271" r:id="rId12"/>
    <p:sldId id="267" r:id="rId13"/>
    <p:sldId id="269" r:id="rId14"/>
    <p:sldId id="279" r:id="rId15"/>
    <p:sldId id="270" r:id="rId16"/>
    <p:sldId id="278" r:id="rId17"/>
    <p:sldId id="280" r:id="rId18"/>
    <p:sldId id="281" r:id="rId19"/>
    <p:sldId id="282" r:id="rId20"/>
    <p:sldId id="26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FC"/>
    <a:srgbClr val="F6F7FB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01D587-49BF-41F2-B93C-6B64B2A66E7D}" v="62" dt="2019-02-19T07:00:19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30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安琪" userId="6988a2047e8c0d1e" providerId="LiveId" clId="{DC4FC13D-CD59-4075-9C92-F33DD8684FBF}"/>
    <pc:docChg chg="modSld">
      <pc:chgData name="李 安琪" userId="6988a2047e8c0d1e" providerId="LiveId" clId="{DC4FC13D-CD59-4075-9C92-F33DD8684FBF}" dt="2018-12-25T06:42:53.776" v="9"/>
      <pc:docMkLst>
        <pc:docMk/>
      </pc:docMkLst>
      <pc:sldChg chg="modSp">
        <pc:chgData name="李 安琪" userId="6988a2047e8c0d1e" providerId="LiveId" clId="{DC4FC13D-CD59-4075-9C92-F33DD8684FBF}" dt="2018-12-25T06:42:10.171" v="4" actId="20577"/>
        <pc:sldMkLst>
          <pc:docMk/>
          <pc:sldMk cId="685584836" sldId="281"/>
        </pc:sldMkLst>
        <pc:spChg chg="mod">
          <ac:chgData name="李 安琪" userId="6988a2047e8c0d1e" providerId="LiveId" clId="{DC4FC13D-CD59-4075-9C92-F33DD8684FBF}" dt="2018-12-25T06:42:10.171" v="4" actId="20577"/>
          <ac:spMkLst>
            <pc:docMk/>
            <pc:sldMk cId="685584836" sldId="281"/>
            <ac:spMk id="3" creationId="{00000000-0000-0000-0000-000000000000}"/>
          </ac:spMkLst>
        </pc:spChg>
      </pc:sldChg>
      <pc:sldChg chg="modSp">
        <pc:chgData name="李 安琪" userId="6988a2047e8c0d1e" providerId="LiveId" clId="{DC4FC13D-CD59-4075-9C92-F33DD8684FBF}" dt="2018-12-25T06:42:53.776" v="9"/>
        <pc:sldMkLst>
          <pc:docMk/>
          <pc:sldMk cId="860832739" sldId="282"/>
        </pc:sldMkLst>
        <pc:spChg chg="mod">
          <ac:chgData name="李 安琪" userId="6988a2047e8c0d1e" providerId="LiveId" clId="{DC4FC13D-CD59-4075-9C92-F33DD8684FBF}" dt="2018-12-25T06:42:53.776" v="9"/>
          <ac:spMkLst>
            <pc:docMk/>
            <pc:sldMk cId="860832739" sldId="282"/>
            <ac:spMk id="3" creationId="{00000000-0000-0000-0000-000000000000}"/>
          </ac:spMkLst>
        </pc:spChg>
      </pc:sldChg>
    </pc:docChg>
  </pc:docChgLst>
  <pc:docChgLst>
    <pc:chgData name="安琪 李" userId="6988a2047e8c0d1e" providerId="LiveId" clId="{D901D587-49BF-41F2-B93C-6B64B2A66E7D}"/>
    <pc:docChg chg="addSld delSld modSld">
      <pc:chgData name="安琪 李" userId="6988a2047e8c0d1e" providerId="LiveId" clId="{D901D587-49BF-41F2-B93C-6B64B2A66E7D}" dt="2019-02-19T07:00:19.270" v="319"/>
      <pc:docMkLst>
        <pc:docMk/>
      </pc:docMkLst>
      <pc:sldChg chg="addSp delSp">
        <pc:chgData name="安琪 李" userId="6988a2047e8c0d1e" providerId="LiveId" clId="{D901D587-49BF-41F2-B93C-6B64B2A66E7D}" dt="2019-02-19T06:47:11.810" v="3"/>
        <pc:sldMkLst>
          <pc:docMk/>
          <pc:sldMk cId="1088450705" sldId="261"/>
        </pc:sldMkLst>
        <pc:inkChg chg="add del">
          <ac:chgData name="安琪 李" userId="6988a2047e8c0d1e" providerId="LiveId" clId="{D901D587-49BF-41F2-B93C-6B64B2A66E7D}" dt="2019-02-19T06:47:11.807" v="2"/>
          <ac:inkMkLst>
            <pc:docMk/>
            <pc:sldMk cId="1088450705" sldId="261"/>
            <ac:inkMk id="5" creationId="{4F55373D-91C1-4B0C-9EC0-BCF26B125A92}"/>
          </ac:inkMkLst>
        </pc:inkChg>
        <pc:inkChg chg="add del">
          <ac:chgData name="安琪 李" userId="6988a2047e8c0d1e" providerId="LiveId" clId="{D901D587-49BF-41F2-B93C-6B64B2A66E7D}" dt="2019-02-19T06:47:11.810" v="3"/>
          <ac:inkMkLst>
            <pc:docMk/>
            <pc:sldMk cId="1088450705" sldId="261"/>
            <ac:inkMk id="6" creationId="{6F401C51-7759-49C3-9854-5C997BEA8AC3}"/>
          </ac:inkMkLst>
        </pc:inkChg>
      </pc:sldChg>
      <pc:sldChg chg="add del setBg">
        <pc:chgData name="安琪 李" userId="6988a2047e8c0d1e" providerId="LiveId" clId="{D901D587-49BF-41F2-B93C-6B64B2A66E7D}" dt="2019-02-19T06:47:26.996" v="5" actId="2696"/>
        <pc:sldMkLst>
          <pc:docMk/>
          <pc:sldMk cId="2003522777" sldId="283"/>
        </pc:sldMkLst>
      </pc:sldChg>
      <pc:sldChg chg="modSp add setBg">
        <pc:chgData name="安琪 李" userId="6988a2047e8c0d1e" providerId="LiveId" clId="{D901D587-49BF-41F2-B93C-6B64B2A66E7D}" dt="2019-02-19T06:58:37.392" v="151"/>
        <pc:sldMkLst>
          <pc:docMk/>
          <pc:sldMk cId="2310432755" sldId="283"/>
        </pc:sldMkLst>
        <pc:spChg chg="mod">
          <ac:chgData name="安琪 李" userId="6988a2047e8c0d1e" providerId="LiveId" clId="{D901D587-49BF-41F2-B93C-6B64B2A66E7D}" dt="2019-02-19T06:58:37.392" v="151"/>
          <ac:spMkLst>
            <pc:docMk/>
            <pc:sldMk cId="2310432755" sldId="283"/>
            <ac:spMk id="3" creationId="{00000000-0000-0000-0000-000000000000}"/>
          </ac:spMkLst>
        </pc:spChg>
      </pc:sldChg>
      <pc:sldChg chg="modSp add setBg">
        <pc:chgData name="安琪 李" userId="6988a2047e8c0d1e" providerId="LiveId" clId="{D901D587-49BF-41F2-B93C-6B64B2A66E7D}" dt="2019-02-19T07:00:19.270" v="319"/>
        <pc:sldMkLst>
          <pc:docMk/>
          <pc:sldMk cId="919315719" sldId="284"/>
        </pc:sldMkLst>
        <pc:spChg chg="mod">
          <ac:chgData name="安琪 李" userId="6988a2047e8c0d1e" providerId="LiveId" clId="{D901D587-49BF-41F2-B93C-6B64B2A66E7D}" dt="2019-02-19T07:00:19.270" v="319"/>
          <ac:spMkLst>
            <pc:docMk/>
            <pc:sldMk cId="919315719" sldId="28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BCEA6-F8FA-44E4-82FD-618571DC61D0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9753B2-C1C6-432B-8C6F-32D9DEE47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55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559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22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037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2121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010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551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155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124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926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172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7664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9753B2-C1C6-432B-8C6F-32D9DEE4746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76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613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220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41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55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74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68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07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73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40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752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1191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5B82B-E036-41A4-A2D0-4FBB722815B9}" type="datetimeFigureOut">
              <a:rPr lang="zh-CN" altLang="en-US" smtClean="0"/>
              <a:t>2019/2/19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67652-C0F3-4FFC-8FB9-0FDA5F7FC0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063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室内物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室外物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正式实验分包含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部分，各部分之间有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秒的休息时间，如果你已经准备好了，请按任意键开始第一部分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4" name="矩形 3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1088450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外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如果你已经准备好了，请按任意键开始下一部分</a:t>
            </a:r>
            <a:r>
              <a:rPr lang="en-US" altLang="zh-CN" sz="1846" dirty="0"/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1031011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外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正式实验分包含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部分，各部分之间有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秒的休息时间，如果你已经准备好了，请按任意键开始第一部分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1684471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外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如果你已经准备好了，请按任意键开始下一部分</a:t>
            </a:r>
            <a:r>
              <a:rPr lang="en-US" altLang="zh-CN" sz="1846" dirty="0"/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367426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外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现在我们来练习一下吧！请按任意键开始</a:t>
            </a:r>
            <a:r>
              <a:rPr lang="en-US" altLang="zh-CN" sz="1846" dirty="0"/>
              <a:t>……</a:t>
            </a:r>
          </a:p>
        </p:txBody>
      </p:sp>
      <p:sp>
        <p:nvSpPr>
          <p:cNvPr id="5" name="矩形 4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635498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432004"/>
            <a:ext cx="7280031" cy="540784"/>
          </a:xfrm>
        </p:spPr>
        <p:txBody>
          <a:bodyPr>
            <a:normAutofit/>
          </a:bodyPr>
          <a:lstStyle/>
          <a:p>
            <a:pPr algn="ctr"/>
            <a:r>
              <a:rPr lang="zh-CN" altLang="en-US" sz="2585" b="1" dirty="0"/>
              <a:t>任务说明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063" y="972789"/>
            <a:ext cx="7765366" cy="4839285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在任务中您将看到一系列物体图片，请您判断其为室内物还是室外物。判断请根据您最常见到该物体的场景。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外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F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键；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如果您觉得该物体为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室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内</a:t>
            </a:r>
            <a:r>
              <a:rPr lang="zh-CN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物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，请按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46" b="1" dirty="0">
                <a:latin typeface="Arial" panose="020B0604020202020204" pitchFamily="34" charset="0"/>
                <a:cs typeface="Arial" panose="020B0604020202020204" pitchFamily="34" charset="0"/>
              </a:rPr>
              <a:t>J </a:t>
            </a: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键。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如果您不确定该物体究竟属于室内还是室外，可猜测，但请避免不判断；</a:t>
            </a: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若物体出现之后会紧接着出现红框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zh-CN" altLang="en-US" sz="1846" b="1" dirty="0">
                <a:latin typeface="Arial" panose="020B0604020202020204" pitchFamily="34" charset="0"/>
                <a:cs typeface="Arial" panose="020B0604020202020204" pitchFamily="34" charset="0"/>
              </a:rPr>
              <a:t>，你不能对这个物体按键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每个物体只出现</a:t>
            </a:r>
            <a:r>
              <a:rPr lang="en-US" altLang="zh-CN" sz="1846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1846" dirty="0">
                <a:latin typeface="Arial" panose="020B0604020202020204" pitchFamily="34" charset="0"/>
                <a:cs typeface="Arial" panose="020B0604020202020204" pitchFamily="34" charset="0"/>
              </a:rPr>
              <a:t>秒钟，请在限定时间内按键。不要刻意等待，这样的反应是无效的。</a:t>
            </a:r>
            <a:endParaRPr lang="en-US" altLang="zh-CN" sz="1846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现在我们来练习一下吧！请按任意键开始</a:t>
            </a:r>
            <a:r>
              <a:rPr lang="en-US" altLang="zh-CN" sz="1846" dirty="0"/>
              <a:t>……</a:t>
            </a:r>
          </a:p>
        </p:txBody>
      </p:sp>
      <p:sp>
        <p:nvSpPr>
          <p:cNvPr id="6" name="矩形 5"/>
          <p:cNvSpPr/>
          <p:nvPr/>
        </p:nvSpPr>
        <p:spPr>
          <a:xfrm>
            <a:off x="4771761" y="4057230"/>
            <a:ext cx="362946" cy="3480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62"/>
          </a:p>
        </p:txBody>
      </p:sp>
    </p:spTree>
    <p:extLst>
      <p:ext uri="{BB962C8B-B14F-4D97-AF65-F5344CB8AC3E}">
        <p14:creationId xmlns:p14="http://schemas.microsoft.com/office/powerpoint/2010/main" val="3824954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1422956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sz="3323" b="1" dirty="0"/>
              <a:t>练习结束</a:t>
            </a:r>
            <a:endParaRPr lang="en-US" altLang="zh-CN" sz="3323" b="1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你准备好开始正式实验了吗？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23681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1422956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sz="3323" b="1" dirty="0"/>
              <a:t>休息时间</a:t>
            </a:r>
            <a:endParaRPr lang="en-US" altLang="zh-CN" sz="3323" b="1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现在，你有</a:t>
            </a:r>
            <a:r>
              <a:rPr lang="en-US" altLang="zh-CN" dirty="0"/>
              <a:t>30</a:t>
            </a:r>
            <a:r>
              <a:rPr lang="zh-CN" altLang="en-US" dirty="0"/>
              <a:t>秒的时间放松身心</a:t>
            </a:r>
            <a:r>
              <a:rPr lang="en-US" altLang="zh-CN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198215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707514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练习通过，开始正式测验吧！</a:t>
            </a:r>
            <a:endParaRPr lang="en-US" altLang="zh-CN" dirty="0"/>
          </a:p>
        </p:txBody>
      </p:sp>
      <p:pic>
        <p:nvPicPr>
          <p:cNvPr id="1026" name="Picture 2" descr="âè±è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3231180"/>
            <a:ext cx="8440615" cy="336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432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707514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正确率有点低哦，再练习一下吧！</a:t>
            </a:r>
            <a:endParaRPr lang="en-US" altLang="zh-CN" dirty="0"/>
          </a:p>
        </p:txBody>
      </p:sp>
      <p:pic>
        <p:nvPicPr>
          <p:cNvPr id="1026" name="Picture 2" descr="âè±è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3231180"/>
            <a:ext cx="8440615" cy="336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315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707514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任务完成啦！做得很棒</a:t>
            </a:r>
            <a:r>
              <a:rPr lang="en-US" altLang="zh-CN" dirty="0"/>
              <a:t>~</a:t>
            </a:r>
          </a:p>
        </p:txBody>
      </p:sp>
      <p:pic>
        <p:nvPicPr>
          <p:cNvPr id="1026" name="Picture 2" descr="âè±è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3231180"/>
            <a:ext cx="8440615" cy="336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482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707514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任务完成啦！非常感谢您的参与</a:t>
            </a:r>
            <a:r>
              <a:rPr lang="en-US" altLang="zh-CN" dirty="0"/>
              <a:t>~</a:t>
            </a:r>
          </a:p>
        </p:txBody>
      </p:sp>
      <p:pic>
        <p:nvPicPr>
          <p:cNvPr id="1026" name="Picture 2" descr="âè±è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93" y="3231180"/>
            <a:ext cx="8440615" cy="336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047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822139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1783080"/>
            <a:ext cx="7280031" cy="4479153"/>
          </a:xfrm>
        </p:spPr>
        <p:txBody>
          <a:bodyPr>
            <a:norm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你还记得刚才对物体是室内室外的判断任务吗？接下来，屏幕上将出现成对的物体，其中只有一个是刚才看过的，另一个虽然相似但你没有看过。</a:t>
            </a:r>
            <a:endParaRPr lang="en-US" altLang="zh-CN" sz="1846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846" dirty="0"/>
              <a:t>如果</a:t>
            </a:r>
            <a:r>
              <a:rPr lang="zh-CN" altLang="en-US" sz="1846" b="1" dirty="0"/>
              <a:t> 左边 </a:t>
            </a:r>
            <a:r>
              <a:rPr lang="zh-CN" altLang="en-US" sz="1846" dirty="0"/>
              <a:t>是你见过的，请按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F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846" dirty="0"/>
              <a:t>如果</a:t>
            </a:r>
            <a:r>
              <a:rPr lang="zh-CN" altLang="en-US" sz="1846" b="1" dirty="0"/>
              <a:t> 右边 </a:t>
            </a:r>
            <a:r>
              <a:rPr lang="zh-CN" altLang="en-US" sz="1846" dirty="0"/>
              <a:t>是你见过的，请按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J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每对物体出现</a:t>
            </a:r>
            <a:r>
              <a:rPr lang="en-US" altLang="zh-CN" sz="1846" dirty="0"/>
              <a:t>4</a:t>
            </a:r>
            <a:r>
              <a:rPr lang="zh-CN" altLang="en-US" sz="1846" dirty="0"/>
              <a:t>秒钟，你必须准确分辨并在限定时间内按键。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测试共有四个部分，如果准备好了，请按任意键开始第一部分吧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2180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822139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1783080"/>
            <a:ext cx="7280031" cy="4479153"/>
          </a:xfrm>
        </p:spPr>
        <p:txBody>
          <a:bodyPr>
            <a:norm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你还记得刚才对物体是室内室外的判断任务吗？接下来，屏幕上将出现成对的物体，其中只有一个是刚才看过的，另一个虽然相似但你没有看过。</a:t>
            </a:r>
            <a:endParaRPr lang="en-US" altLang="zh-CN" sz="1846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846" dirty="0"/>
              <a:t>如果</a:t>
            </a:r>
            <a:r>
              <a:rPr lang="zh-CN" altLang="en-US" sz="1846" b="1" dirty="0"/>
              <a:t> 左边 </a:t>
            </a:r>
            <a:r>
              <a:rPr lang="zh-CN" altLang="en-US" sz="1846" dirty="0"/>
              <a:t>是你见过的，请按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F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846" dirty="0"/>
              <a:t>如果</a:t>
            </a:r>
            <a:r>
              <a:rPr lang="zh-CN" altLang="en-US" sz="1846" b="1" dirty="0"/>
              <a:t> 右边 </a:t>
            </a:r>
            <a:r>
              <a:rPr lang="zh-CN" altLang="en-US" sz="1846" dirty="0"/>
              <a:t>是你见过的，请按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J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每对物体出现</a:t>
            </a:r>
            <a:r>
              <a:rPr lang="en-US" altLang="zh-CN" sz="1846" dirty="0"/>
              <a:t>4</a:t>
            </a:r>
            <a:r>
              <a:rPr lang="zh-CN" altLang="en-US" sz="1846" dirty="0"/>
              <a:t>秒钟，你必须准确分辨并在限定时间内按键。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如果准备好了，请按任意键开始下一部分吧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3738354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88" y="1422956"/>
            <a:ext cx="7280031" cy="4839285"/>
          </a:xfrm>
        </p:spPr>
        <p:txBody>
          <a:bodyPr>
            <a:normAutofit/>
          </a:bodyPr>
          <a:lstStyle/>
          <a:p>
            <a:pPr marL="0" indent="422029" algn="ctr">
              <a:lnSpc>
                <a:spcPct val="150000"/>
              </a:lnSpc>
              <a:buNone/>
            </a:pPr>
            <a:endParaRPr lang="en-US" altLang="zh-CN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sz="3323" b="1" dirty="0"/>
              <a:t>休息时间</a:t>
            </a:r>
            <a:endParaRPr lang="en-US" altLang="zh-CN" sz="3323" b="1" dirty="0"/>
          </a:p>
          <a:p>
            <a:pPr marL="0" indent="422029" algn="ctr">
              <a:lnSpc>
                <a:spcPct val="150000"/>
              </a:lnSpc>
              <a:buNone/>
            </a:pPr>
            <a:r>
              <a:rPr lang="zh-CN" altLang="en-US" dirty="0"/>
              <a:t>现在，你有</a:t>
            </a:r>
            <a:r>
              <a:rPr lang="en-US" altLang="zh-CN" dirty="0"/>
              <a:t>10</a:t>
            </a:r>
            <a:r>
              <a:rPr lang="zh-CN" altLang="en-US" dirty="0"/>
              <a:t>秒的时间放松身心</a:t>
            </a:r>
            <a:r>
              <a:rPr lang="en-US" altLang="zh-CN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2084154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822139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90" y="1783080"/>
            <a:ext cx="7331379" cy="4479153"/>
          </a:xfrm>
        </p:spPr>
        <p:txBody>
          <a:bodyPr>
            <a:norm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你还记得刚才对物体是室内室外的判断任务吗？接下来，你将看到下面</a:t>
            </a:r>
            <a:r>
              <a:rPr lang="en-US" altLang="zh-CN" sz="1846" dirty="0"/>
              <a:t>3</a:t>
            </a:r>
            <a:r>
              <a:rPr lang="zh-CN" altLang="en-US" sz="1846" dirty="0"/>
              <a:t>类物体，请做出正确按键：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和刚才任务中物体</a:t>
            </a:r>
            <a:r>
              <a:rPr lang="zh-CN" altLang="en-US" sz="1846" b="1" dirty="0"/>
              <a:t>完全一致</a:t>
            </a:r>
            <a:r>
              <a:rPr lang="zh-CN" altLang="en-US" sz="1846" dirty="0"/>
              <a:t>的图片，请按 </a:t>
            </a:r>
            <a:r>
              <a:rPr lang="en-US" altLang="zh-CN" sz="1846" b="1" dirty="0"/>
              <a:t>F</a:t>
            </a:r>
            <a:r>
              <a:rPr lang="en-US" altLang="zh-CN" sz="1846" dirty="0"/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和刚才任务中物体有</a:t>
            </a:r>
            <a:r>
              <a:rPr lang="zh-CN" altLang="en-US" sz="1846" b="1" dirty="0"/>
              <a:t>相似</a:t>
            </a:r>
            <a:r>
              <a:rPr lang="zh-CN" altLang="en-US" sz="1846" dirty="0"/>
              <a:t>，但</a:t>
            </a:r>
            <a:r>
              <a:rPr lang="zh-CN" altLang="en-US" sz="1846" b="1" dirty="0"/>
              <a:t>颜色、方位等有不同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H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刚才任务中</a:t>
            </a:r>
            <a:r>
              <a:rPr lang="zh-CN" altLang="en-US" sz="1846" b="1" dirty="0"/>
              <a:t>没有出现</a:t>
            </a:r>
            <a:r>
              <a:rPr lang="zh-CN" altLang="en-US" sz="1846" dirty="0"/>
              <a:t>过，</a:t>
            </a:r>
            <a:r>
              <a:rPr lang="zh-CN" altLang="en-US" sz="1846" b="1" dirty="0"/>
              <a:t>完全不熟悉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J </a:t>
            </a:r>
            <a:r>
              <a:rPr lang="zh-CN" altLang="en-US" sz="1846" dirty="0"/>
              <a:t>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请牢记按键规则，你有</a:t>
            </a:r>
            <a:r>
              <a:rPr lang="en-US" altLang="zh-CN" sz="1846" dirty="0"/>
              <a:t>4</a:t>
            </a:r>
            <a:r>
              <a:rPr lang="zh-CN" altLang="en-US" sz="1846" dirty="0"/>
              <a:t>秒钟的时间来做出判断。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测试共有四个部分，如果准备好了，请按任意键开始第一部分吧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4034332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822139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1990" y="1783080"/>
            <a:ext cx="7331379" cy="4479153"/>
          </a:xfrm>
        </p:spPr>
        <p:txBody>
          <a:bodyPr>
            <a:norm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你还记得刚才对物体是室内室外的判断任务吗？接下来，你将看到下面</a:t>
            </a:r>
            <a:r>
              <a:rPr lang="en-US" altLang="zh-CN" sz="1846" dirty="0"/>
              <a:t>3</a:t>
            </a:r>
            <a:r>
              <a:rPr lang="zh-CN" altLang="en-US" sz="1846" dirty="0"/>
              <a:t>类物体，请做出正确按键：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和刚才任务中物体</a:t>
            </a:r>
            <a:r>
              <a:rPr lang="zh-CN" altLang="en-US" sz="1846" b="1" dirty="0"/>
              <a:t>完全一致</a:t>
            </a:r>
            <a:r>
              <a:rPr lang="zh-CN" altLang="en-US" sz="1846" dirty="0"/>
              <a:t>的图片，请按 </a:t>
            </a:r>
            <a:r>
              <a:rPr lang="en-US" altLang="zh-CN" sz="1846" b="1" dirty="0"/>
              <a:t>F</a:t>
            </a:r>
            <a:r>
              <a:rPr lang="en-US" altLang="zh-CN" sz="1846" dirty="0"/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和刚才任务中物体有</a:t>
            </a:r>
            <a:r>
              <a:rPr lang="zh-CN" altLang="en-US" sz="1846" b="1" dirty="0"/>
              <a:t>相似</a:t>
            </a:r>
            <a:r>
              <a:rPr lang="zh-CN" altLang="en-US" sz="1846" dirty="0"/>
              <a:t>，但</a:t>
            </a:r>
            <a:r>
              <a:rPr lang="zh-CN" altLang="en-US" sz="1846" b="1" dirty="0"/>
              <a:t>颜色、方位等有不同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H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刚才任务中</a:t>
            </a:r>
            <a:r>
              <a:rPr lang="zh-CN" altLang="en-US" sz="1846" b="1" dirty="0"/>
              <a:t>没有出现</a:t>
            </a:r>
            <a:r>
              <a:rPr lang="zh-CN" altLang="en-US" sz="1846" dirty="0"/>
              <a:t>过，</a:t>
            </a:r>
            <a:r>
              <a:rPr lang="zh-CN" altLang="en-US" sz="1846" b="1" dirty="0"/>
              <a:t>完全不熟悉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J </a:t>
            </a:r>
            <a:r>
              <a:rPr lang="zh-CN" altLang="en-US" sz="1846" dirty="0"/>
              <a:t>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请牢记按键规则，你有</a:t>
            </a:r>
            <a:r>
              <a:rPr lang="en-US" altLang="zh-CN" sz="1846" dirty="0"/>
              <a:t>4</a:t>
            </a:r>
            <a:r>
              <a:rPr lang="zh-CN" altLang="en-US" sz="1846" dirty="0"/>
              <a:t>秒钟的时间来做出判断。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如果准备好了，请按任意键开始下一部分吧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1832193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6356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010" y="1316843"/>
            <a:ext cx="8006528" cy="4945397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你还记得刚才对物体是室内室外的判断任务吗？接下来，屏幕上将出现一些物体，对于该物体：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确定见过并能清晰回忆出细节</a:t>
            </a:r>
            <a:r>
              <a:rPr lang="zh-CN" altLang="en-US" sz="1846" dirty="0"/>
              <a:t>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1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知道见过但无法回忆起细节</a:t>
            </a:r>
            <a:r>
              <a:rPr lang="zh-CN" altLang="en-US" sz="1846" dirty="0"/>
              <a:t>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2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不能确定自己见过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3</a:t>
            </a:r>
            <a:r>
              <a:rPr lang="en-US" altLang="zh-CN" sz="1846" dirty="0"/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很肯定之前没有见过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4</a:t>
            </a:r>
            <a:r>
              <a:rPr lang="en-US" altLang="zh-CN" sz="1846" dirty="0"/>
              <a:t> </a:t>
            </a:r>
            <a:r>
              <a:rPr lang="zh-CN" altLang="en-US" sz="1846" dirty="0"/>
              <a:t>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每个物体你最多</a:t>
            </a:r>
            <a:r>
              <a:rPr lang="en-US" altLang="zh-CN" sz="1846" dirty="0"/>
              <a:t>6</a:t>
            </a:r>
            <a:r>
              <a:rPr lang="zh-CN" altLang="en-US" sz="1846" dirty="0"/>
              <a:t>秒钟进行判断，请牢记按键规则，你必须在限定时间内按键。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测试共有四个部分，如果准备好了，请按任意键开始第一部分吧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685584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988" y="600812"/>
            <a:ext cx="7280031" cy="635641"/>
          </a:xfrm>
        </p:spPr>
        <p:txBody>
          <a:bodyPr>
            <a:normAutofit/>
          </a:bodyPr>
          <a:lstStyle/>
          <a:p>
            <a:pPr algn="ctr"/>
            <a:r>
              <a:rPr lang="zh-CN" altLang="en-US" sz="2954" b="1" dirty="0"/>
              <a:t>记忆测试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010" y="1316843"/>
            <a:ext cx="8006528" cy="4945397"/>
          </a:xfrm>
        </p:spPr>
        <p:txBody>
          <a:bodyPr>
            <a:noAutofit/>
          </a:bodyPr>
          <a:lstStyle/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你还记得刚才对物体是室内室外的判断任务吗？接下来，屏幕上将出现一些物体，对于该物体：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确定见过并能清晰回忆出细节</a:t>
            </a:r>
            <a:r>
              <a:rPr lang="zh-CN" altLang="en-US" sz="1846" dirty="0"/>
              <a:t>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1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知道见过但无法回忆起细节</a:t>
            </a:r>
            <a:r>
              <a:rPr lang="zh-CN" altLang="en-US" sz="1846" dirty="0"/>
              <a:t>，请按</a:t>
            </a:r>
            <a:r>
              <a:rPr lang="zh-CN" altLang="en-US" sz="1846" b="1" dirty="0"/>
              <a:t> </a:t>
            </a:r>
            <a:r>
              <a:rPr lang="en-US" altLang="zh-CN" sz="1846" b="1" dirty="0"/>
              <a:t>2</a:t>
            </a:r>
            <a:r>
              <a:rPr lang="en-US" altLang="zh-CN" sz="1846" b="1" dirty="0">
                <a:solidFill>
                  <a:srgbClr val="FF0000"/>
                </a:solidFill>
              </a:rPr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不能确定自己见过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3</a:t>
            </a:r>
            <a:r>
              <a:rPr lang="en-US" altLang="zh-CN" sz="1846" dirty="0"/>
              <a:t> </a:t>
            </a:r>
            <a:r>
              <a:rPr lang="zh-CN" altLang="en-US" sz="1846" dirty="0"/>
              <a:t>键；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如果你</a:t>
            </a:r>
            <a:r>
              <a:rPr lang="zh-CN" altLang="en-US" sz="1846" b="1" dirty="0"/>
              <a:t>很肯定之前没有见过</a:t>
            </a:r>
            <a:r>
              <a:rPr lang="zh-CN" altLang="en-US" sz="1846" dirty="0"/>
              <a:t>，请按 </a:t>
            </a:r>
            <a:r>
              <a:rPr lang="en-US" altLang="zh-CN" sz="1846" b="1" dirty="0"/>
              <a:t>4</a:t>
            </a:r>
            <a:r>
              <a:rPr lang="en-US" altLang="zh-CN" sz="1846" dirty="0"/>
              <a:t> </a:t>
            </a:r>
            <a:r>
              <a:rPr lang="zh-CN" altLang="en-US" sz="1846" dirty="0"/>
              <a:t>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每个物体你最多</a:t>
            </a:r>
            <a:r>
              <a:rPr lang="en-US" altLang="zh-CN" sz="1846"/>
              <a:t>6</a:t>
            </a:r>
            <a:r>
              <a:rPr lang="zh-CN" altLang="en-US" sz="1846"/>
              <a:t>秒钟</a:t>
            </a:r>
            <a:r>
              <a:rPr lang="zh-CN" altLang="en-US" sz="1846" dirty="0"/>
              <a:t>进行判断，请牢记按键规则，你必须在限定时间内按键。</a:t>
            </a:r>
            <a:endParaRPr lang="en-US" altLang="zh-CN" sz="1846" dirty="0"/>
          </a:p>
          <a:p>
            <a:pPr marL="0" indent="422029">
              <a:lnSpc>
                <a:spcPct val="150000"/>
              </a:lnSpc>
              <a:buNone/>
            </a:pPr>
            <a:r>
              <a:rPr lang="zh-CN" altLang="en-US" sz="1846" dirty="0"/>
              <a:t>如果准备好了，请按任意键开始下一部分吧</a:t>
            </a:r>
            <a:r>
              <a:rPr lang="en-US" altLang="zh-CN" sz="1846" dirty="0"/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val="86083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264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3317</TotalTime>
  <Words>985</Words>
  <Application>Microsoft Office PowerPoint</Application>
  <PresentationFormat>On-screen Show (4:3)</PresentationFormat>
  <Paragraphs>123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等线</vt:lpstr>
      <vt:lpstr>Arial</vt:lpstr>
      <vt:lpstr>Calibri</vt:lpstr>
      <vt:lpstr>Calibri Light</vt:lpstr>
      <vt:lpstr>Office 主题​​</vt:lpstr>
      <vt:lpstr>任务说明</vt:lpstr>
      <vt:lpstr>任务说明</vt:lpstr>
      <vt:lpstr>任务说明</vt:lpstr>
      <vt:lpstr>任务说明</vt:lpstr>
      <vt:lpstr>任务说明</vt:lpstr>
      <vt:lpstr>任务说明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记忆测试</vt:lpstr>
      <vt:lpstr>记忆测试</vt:lpstr>
      <vt:lpstr>PowerPoint Presentation</vt:lpstr>
      <vt:lpstr>记忆测试</vt:lpstr>
      <vt:lpstr>记忆测试</vt:lpstr>
      <vt:lpstr>记忆测试</vt:lpstr>
      <vt:lpstr>记忆测试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任务说明</dc:title>
  <dc:creator>李 安琪</dc:creator>
  <cp:lastModifiedBy>安琪 李</cp:lastModifiedBy>
  <cp:revision>71</cp:revision>
  <dcterms:created xsi:type="dcterms:W3CDTF">2018-10-29T01:52:25Z</dcterms:created>
  <dcterms:modified xsi:type="dcterms:W3CDTF">2019-02-19T07:02:59Z</dcterms:modified>
</cp:coreProperties>
</file>